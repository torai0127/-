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D8936"/>
                </a:solidFill>
              </a:defRPr>
            </a:pPr>
            <a:r>
              <a:t>初月500円キャンペーン中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LTD. UNISIA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フラットサポート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月額制の航空券手配 &amp; 海外挑戦サポート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651760"/>
            <a:ext cx="2011680" cy="10972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6AD55"/>
                </a:solidFill>
              </a:defRPr>
            </a:pPr>
            <a:r>
              <a:t>34万円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最大節約額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651760"/>
            <a:ext cx="2011680" cy="10972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6AD55"/>
                </a:solidFill>
              </a:defRPr>
            </a:pPr>
            <a:r>
              <a:t>17カ国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代表の渡航経験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651760"/>
            <a:ext cx="2011680" cy="10972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6AD55"/>
                </a:solidFill>
              </a:defRPr>
            </a:pPr>
            <a:r>
              <a:t>500円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初月お試し価格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297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株式会社UNISIA（ユニシア）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069848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こんなお悩み、ありませんか？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2651760" cy="7772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02C"/>
                </a:solidFill>
              </a:defRPr>
            </a:pPr>
            <a:r>
              <a:t>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航空券、高すぎない？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43000"/>
            <a:ext cx="2651760" cy="7772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280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02C"/>
                </a:solidFill>
              </a:defRPr>
            </a:pPr>
            <a:r>
              <a:t>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調べるのが面倒…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2651760" cy="7772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80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02C"/>
                </a:solidFill>
              </a:defRPr>
            </a:pPr>
            <a:r>
              <a:t>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家族全員分、いくらになる？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057400"/>
            <a:ext cx="2651760" cy="7772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02C"/>
                </a:solidFill>
              </a:defRPr>
            </a:pPr>
            <a:r>
              <a:t>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エージェントは高いって聞く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057400"/>
            <a:ext cx="2651760" cy="7772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1945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02C"/>
                </a:solidFill>
              </a:defRPr>
            </a:pPr>
            <a:r>
              <a:t>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68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本当に最安値か分からない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057400"/>
            <a:ext cx="2651760" cy="7772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1945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02C"/>
                </a:solidFill>
              </a:defRPr>
            </a:pPr>
            <a:r>
              <a:t>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468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相談できる人がいない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246120"/>
            <a:ext cx="6400800" cy="5486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これらの悩み、すべて解決します。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069848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フラットサポートとは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023360" cy="109728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E3E"/>
                </a:solidFill>
              </a:defRPr>
            </a:pPr>
            <a:r>
              <a:t>💸 なぜ航空券は高い？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</a:defRPr>
            </a:pPr>
            <a:r>
              <a:t>多くの人はエージェントの言い値で購入。</a:t>
            </a:r>
            <a:br/>
            <a:r>
              <a:t>実は取り方次第で数万円〜数十万円変わる。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206240" cy="10972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1887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✈️ だから私たちが探します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17カ国渡航の代表が最安値を徹底追求。</a:t>
            </a:r>
            <a:br/>
            <a:r>
              <a:t>LINEで相談するだけで全部おまかせ。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D8936"/>
                </a:solidFill>
              </a:defRPr>
            </a:pPr>
            <a:r>
              <a:t>業界初のサブスクリプション型 航空券手配 &amp; 海外挑戦サポートサービス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1828800" cy="365760"/>
          </a:xfrm>
          <a:prstGeom prst="roundRect">
            <a:avLst/>
          </a:prstGeom>
          <a:solidFill>
            <a:srgbClr val="F7FAFC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サブスク登録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D8936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697480"/>
            <a:ext cx="1828800" cy="365760"/>
          </a:xfrm>
          <a:prstGeom prst="roundRect">
            <a:avLst/>
          </a:prstGeom>
          <a:solidFill>
            <a:srgbClr val="F7FAFC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公式LINE追加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D8936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697480"/>
            <a:ext cx="1828800" cy="365760"/>
          </a:xfrm>
          <a:prstGeom prst="roundRect">
            <a:avLst/>
          </a:prstGeom>
          <a:solidFill>
            <a:srgbClr val="F7FAFC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LINEで相談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D8936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697480"/>
            <a:ext cx="1828800" cy="365760"/>
          </a:xfrm>
          <a:prstGeom prst="roundRect">
            <a:avLst/>
          </a:prstGeom>
          <a:solidFill>
            <a:srgbClr val="F7FAFC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サポート開始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料金: 高額パッケージ → シンプル月額制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航空券: 割高 → 最安値追求（スカイスキャナー・trip.comより安く）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解約: 違約金あり → いつでも無料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70432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選ばれる3つの理由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202C"/>
                </a:solidFill>
              </a:defRPr>
            </a:pPr>
            <a: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D8936"/>
                </a:solidFill>
              </a:defRPr>
            </a:pPr>
            <a:r>
              <a:t>POINT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最大34万円安くなる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</a:defRPr>
            </a:pPr>
            <a:r>
              <a:t>大手エージェントより圧倒的に安く。</a:t>
            </a:r>
            <a:br/>
            <a:r>
              <a:t>世界一周16万円の実績。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743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202C"/>
                </a:solidFill>
              </a:defRPr>
            </a:pPr>
            <a:r>
              <a:t>👨‍👩‍👧‍👦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554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D8936"/>
                </a:solidFill>
              </a:defRPr>
            </a:pPr>
            <a:r>
              <a:t>POINT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家族全員分サポート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</a:defRPr>
            </a:pPr>
            <a:r>
              <a:t>月額8,800円で最大9名まで。</a:t>
            </a:r>
            <a:br/>
            <a:r>
              <a:t>追加料金なし。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97280"/>
            <a:ext cx="2743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202C"/>
                </a:solidFill>
              </a:defRPr>
            </a:pPr>
            <a: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D8936"/>
                </a:solidFill>
              </a:defRPr>
            </a:pPr>
            <a:r>
              <a:t>POINT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LINEでいつでも相談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</a:defRPr>
            </a:pPr>
            <a:r>
              <a:t>「この時期いくら？」</a:t>
            </a:r>
            <a:br/>
            <a:r>
              <a:t>気軽に何度でもOK。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71800"/>
            <a:ext cx="8412480" cy="457200"/>
          </a:xfrm>
          <a:prstGeom prst="roundRect">
            <a:avLst/>
          </a:prstGeom>
          <a:solidFill>
            <a:srgbClr val="FFFAF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さらに、初月500円 でお試し。合わなければ即解約OK。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069848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実際にお得になった事例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188720"/>
            <a:ext cx="1463040" cy="228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🌍 世界一周航空券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</a:defRPr>
            </a:pPr>
            <a:r>
              <a:t>大手: 50万円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→ 16万円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210312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34万円お得！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972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1188720"/>
            <a:ext cx="1463040" cy="228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CASE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🇬🇧 イギリス往復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</a:defRPr>
            </a:pPr>
            <a:r>
              <a:t>大手: 33万円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→ 11万円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286000"/>
            <a:ext cx="210312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22万円お得！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972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1188720"/>
            <a:ext cx="1463040" cy="228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CASE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</a:defRPr>
            </a:pPr>
            <a:r>
              <a:t>🇦🇺 オーストラリア往復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8096"/>
                </a:solidFill>
              </a:defRPr>
            </a:pPr>
            <a:r>
              <a:t>大手: 18万円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→ 12万円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286000"/>
            <a:ext cx="210312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6万円お得！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📚 6ヶ月留学: 大手190万円 → フラットサポート65万円 = 約125万円お得！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34290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</a:defRPr>
            </a:pPr>
            <a:r>
              <a:t>※時期や条件によって価格は変動します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航空券の手配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✈️ スカイスキャナー・trip.comより安い「本当の最安値」を提示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徹底比較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56231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複数の航空会社・ルート・乗り継ぎ便を全て比較。格安サイトでは見つからない隠れた最安値ルートを発見します。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最適タイミング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0487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航空券は購入時期で価格が大きく変動。過去データを元に、最もお得な購入タイミングをご提案します。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購入サポート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95351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最安値の提示だけでなく、実際に購入できる状態まで丁寧にサポート。面倒な手続きもおまかせ。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国内・国外対応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021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海外航空券だけでなく、国内航空券の手配も対応。出張・帰省など幅広いニーズに対応します。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海外保険案内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🛡️ やり方次第で保険料0円も可能！最適なプランをご提案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クレカ活用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56231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クレジットカード付帯保険を最大限活用。複数カードの組み合わせで、追加保険なしでも十分な補償が得られるケースも。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比較提案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0487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渡航先・期間・目的に応じた保険を徹底比較。長期滞在向けの割安プランや、必要な補償だけに絞ったプランもご紹介。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請求サポート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95351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万が一の際の保険金請求もサポート。必要書類の案内から手続きの流れまで、日本語で丁寧に対応します。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0円プラン相談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021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「保険料をできるだけ抑えたい」というご要望にも対応。条件次第で保険料0円で渡航できる方法もご案内します。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現地日本語対応サポート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🗣️ 留学生向け：現地で問題が起きても日本人がしっかり対応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学校トラブル対応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56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入学手続きのトラブル、クラス変更の相談、学校との交渉など、現地の日本人スタッフが直接対応します。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緊急時サポート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04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病気・ケガ・事故など緊急時も安心。病院の付き添いや、現地での各種手続きを日本人がサポート。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生活サポート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535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銀行口座開設、携帯電話契約、住居トラブルなど、現地生活で困ったことは何でも相談できます。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安心の日本人対応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021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言葉の壁で困ることなく、日本語でしっかりコミュニケーション。留学生活を安心してスタートできます。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24時間LINEサポート &amp; 海外情勢配信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💬 いつでも日本語で相談OK + リアルタイム海外情報を配信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24時間LINE対応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56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時差があっても安心。現地で困ったこと、航空券の相談、些細な質問まで、LINEでいつでも日本語で対応します。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海外情勢配信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04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各国の治安情報、政治情勢、天気などをリアルタイムで配信。「今ウクライナは安全？」「アメリカの天気は？」など最新情報をお届け。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渡航注意情報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535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外務省の危険情報、テロ・デモ情報、自然災害など、渡航に影響する情報を素早くお知らせ。安全な旅行計画をサポート。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旅行アドバイス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021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おすすめスポット、現地のお得情報、トラブル回避のコツなど、経験豊富なスタッフが実践的なアドバイスを提供します。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留学サポート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🎓 あなたのニーズに合った学校を提案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旅行重視タイプ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56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「留学中に旅行もしたい！」という方には、休暇が取りやすい・立地の良い学校をご提案。観光と学習の両立が可能。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文化体験タイプ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04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「現地の文化を楽しみたい！」という方には、アクティビティが充実・現地交流が多い学校をご提案。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語学集中タイプ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535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「英語力を本気で伸ばしたい！」という方には、授業時間が長い・厳しめのカリキュラムの学校をご提案。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滞在先サポート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021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ホームステイ・学生寮・シェアハウスなど、ご希望に合った滞在先の手配もサポートします。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ビザ発行代行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📄 面倒なビザ申請をサポート → 今後は丸投げ対応も予定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申請サポート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56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必要書類の案内から申請方法まで丁寧にサポート。初めてのビザ申請でも安心して進められます。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エラー回避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04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特にインドなど、ビザ申請時にエラーが頻発する国も対応。トラブルを未然に防ぎ、スムーズな発行をサポート。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丸投げ対応（予定）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535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今後は完全代行サービスを予定。書類準備から申請まで全てお任せいただけるようになります。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各国対応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021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アメリカ・イギリス・オーストラリア・カナダ・インドなど、主要国のビザ申請に対応しています。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英会話教室（月4回）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🎓 TOEIC800点以上の講師による「話せる」ための英会話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🗣️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話せるを目指す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56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「聞き取れる」「分かる」ではなく「話せる」状態を目指します。実践的な会話トレーニングで即戦力に。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入学テスト対策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04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語学学校の入学テストで上位クラスからスタートできるよう、事前に英語力を底上げします。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✈️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渡航準備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535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現地で困らないレベルの日常会話を習得。空港・ホテル・レストランなど実践的なシーンを想定した練習。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👨‍🏫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マンツーマン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021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オンラインでのマンツーマンレッスン。あなたのペースに合わせた個別指導で効率的に上達。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</a:defRPr>
            </a:pPr>
            <a:r>
              <a:t>※プレミアムプラン限定のサービスです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37160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帰国後就職サポート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💼 海外経験を活かしたキャリア支援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求人紹介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56231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海外経験を活かせる企業とのマッチング。語学力や異文化経験を評価してくれる求人をご紹介します。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書類添削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0487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履歴書・職務経歴書の添削。海外経験をどうアピールするか、採用担当者に響く書き方をアドバイス。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53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面接対策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95351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海外経験のアピール方法、よくある質問への回答準備など、面接で自信を持てるようサポート。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502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02C"/>
                </a:solidFill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キャリア相談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021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「海外経験を活かして何ができる？」将来のキャリアプラン設計から、具体的な就職活動までサポートします。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271016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会員限定コミュニティ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5486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🎮 2つのDiscordコミュニティに無料参加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4114800" cy="1005840"/>
          </a:xfrm>
          <a:prstGeom prst="roundRect">
            <a:avLst/>
          </a:prstGeom>
          <a:solidFill>
            <a:srgbClr val="F7FAFC"/>
          </a:solidFill>
          <a:ln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🌍 海外旅行好きコミュニティ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</a:defRPr>
            </a:pPr>
            <a:r>
              <a:t>海外旅行が好きな人が集まり、</a:t>
            </a:r>
            <a:br/>
            <a:r>
              <a:t>おすすめスポット・安い航空券情報・</a:t>
            </a:r>
            <a:br/>
            <a:r>
              <a:t>現地のリアルな体験談を共有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4114800" cy="1005840"/>
          </a:xfrm>
          <a:prstGeom prst="roundRect">
            <a:avLst/>
          </a:prstGeom>
          <a:solidFill>
            <a:srgbClr val="F7FAFC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830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🗾 国内旅行好きコミュニティ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0574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</a:defRPr>
            </a:pPr>
            <a:r>
              <a:t>国内旅行が好きな人が集まり、</a:t>
            </a:r>
            <a:br/>
            <a:r>
              <a:t>穴場スポット・安く泊まれる宿・</a:t>
            </a:r>
            <a:br/>
            <a:r>
              <a:t>地域のおすすめ情報を共有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【コミュニティのメリット】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自分の知らない地域・スポットを知ることができる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おすすめの宿・安く泊まれる場所を教えてもらえる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先輩会員からリアルな体験談・アドバイスがもらえる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3989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✓ 旅行仲間・一緒に海外に行く仲間が見つかる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069848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その他のサポート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438912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064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02C"/>
                </a:solidFill>
              </a:defRPr>
            </a:pPr>
            <a: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0642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空港送迎手配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1064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現地空港から滞在先までの送迎を手配。深夜・早朝便でも対応。日本語対応ドライバーも手配可能。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27048"/>
            <a:ext cx="8412480" cy="438912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02C"/>
                </a:solidFill>
              </a:defRPr>
            </a:pPr>
            <a: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ツアーガイド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5819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会員限定の現地ツアーを定期開催。観光名所だけでなくローカルスポットも案内。他会員との交流の機会にも。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02536"/>
            <a:ext cx="8412480" cy="438912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02C"/>
                </a:solidFill>
              </a:defRPr>
            </a:pPr>
            <a:r>
              <a:t>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574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海外現地撮影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57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プロカメラマンによる撮影サービス。留学・ワーホリの記念撮影、SNS映えするスポットでの撮影など。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478024"/>
            <a:ext cx="8412480" cy="438912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328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02C"/>
                </a:solidFill>
              </a:defRPr>
            </a:pPr>
            <a:r>
              <a:t>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53288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現地トラブル対応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5328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パスポート紛失・盗難、航空便欠航時の振替手配など、渡航中のトラブルに日本からリモートで対応。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53512"/>
            <a:ext cx="8412480" cy="438912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08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02C"/>
                </a:solidFill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0837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為替・費用相談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00837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現地での両替のタイミング、クレジットカードの使い方、現地での生活費の目安など、お金に関する相談も対応。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29000"/>
            <a:ext cx="8412480" cy="438912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838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02C"/>
                </a:solidFill>
              </a:defRPr>
            </a:pPr>
            <a:r>
              <a:t>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8386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</a:defRPr>
            </a:pPr>
            <a:r>
              <a:t>会員限定特典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4838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提携先のホテル・アクティビティの割引、会員限定のお得情報など、様々な特典をご用意。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069848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料金プラン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023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914400"/>
            <a:ext cx="2194560" cy="256032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人気No.1 / 初月500円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スタンダードプラン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</a:defRPr>
            </a:pPr>
            <a:r>
              <a:t>航空券手配 + フルサポート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</a:defRPr>
            </a:pPr>
            <a:r>
              <a:t>初月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D8936"/>
                </a:solidFill>
              </a:defRPr>
            </a:pPr>
            <a:r>
              <a:t>500円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</a:defRPr>
            </a:pPr>
            <a:r>
              <a:t>翌月以降 8,800円/月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568"/>
                </a:solidFill>
              </a:defRPr>
            </a:pPr>
            <a:r>
              <a:t>✓ 航空券の最安値検索＆手配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568"/>
                </a:solidFill>
              </a:defRPr>
            </a:pPr>
            <a:r>
              <a:t>✓ 家族全員分サポート（追加料金なし）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568"/>
                </a:solidFill>
              </a:defRPr>
            </a:pPr>
            <a:r>
              <a:t>✓ 24時間LINEサポート＆海外情勢配信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42615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568"/>
                </a:solidFill>
              </a:defRPr>
            </a:pPr>
            <a:r>
              <a:t>✓ Discordコミュニティ（2種類）参加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98063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568"/>
                </a:solidFill>
              </a:defRPr>
            </a:pPr>
            <a:r>
              <a:t>✓ 現地トラブル対応 / 海外保険案内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53511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568"/>
                </a:solidFill>
              </a:defRPr>
            </a:pPr>
            <a:r>
              <a:t>✓ 帰国後就職サポート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1051560"/>
            <a:ext cx="4297680" cy="242316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0" y="868680"/>
            <a:ext cx="1737360" cy="292608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30名限定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11556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プレミアムプラン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371600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</a:defRPr>
            </a:pPr>
            <a:r>
              <a:t>留学・ワーホリをフルサポート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1536192"/>
            <a:ext cx="4114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4B4B4"/>
                </a:solidFill>
              </a:defRPr>
            </a:pPr>
            <a:r>
              <a:t>通常50,000円相当が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6276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4B4FF"/>
                </a:solidFill>
              </a:defRPr>
            </a:pPr>
            <a:r>
              <a:t>19,800円/月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993392"/>
            <a:ext cx="4023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</a:defRPr>
            </a:pPr>
            <a:r>
              <a:t>【含まれるサービスの価値】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139696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✓ 専属サポート担当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139696"/>
            <a:ext cx="15544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B4FF"/>
                </a:solidFill>
              </a:defRPr>
            </a:pPr>
            <a:r>
              <a:t>10,000円相当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26771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✓ 優先対応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267712"/>
            <a:ext cx="15544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B4FF"/>
                </a:solidFill>
              </a:defRPr>
            </a:pPr>
            <a:r>
              <a:t>5,000円相当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395728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✓ 月4回オンライン英会話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395728"/>
            <a:ext cx="15544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B4FF"/>
                </a:solidFill>
              </a:defRPr>
            </a:pPr>
            <a:r>
              <a:t>15,000円相当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523744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✓ ビザ発行代行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523744"/>
            <a:ext cx="15544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B4FF"/>
                </a:solidFill>
              </a:defRPr>
            </a:pPr>
            <a:r>
              <a:t>10,000円相当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651760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✓ 空港送迎手配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651760"/>
            <a:ext cx="15544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B4FF"/>
                </a:solidFill>
              </a:defRPr>
            </a:pPr>
            <a:r>
              <a:t>5,000円相当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779776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✓ 留学フルサポート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779776"/>
            <a:ext cx="15544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B4FF"/>
                </a:solidFill>
              </a:defRPr>
            </a:pPr>
            <a:r>
              <a:t>5,000円相当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60" y="2926080"/>
            <a:ext cx="393192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2971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2850"/>
                </a:solidFill>
              </a:defRPr>
            </a:pPr>
            <a:r>
              <a:t>これ全部込みで月額19,800円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3566160"/>
            <a:ext cx="8412480" cy="320040"/>
          </a:xfrm>
          <a:prstGeom prst="roundRect">
            <a:avLst/>
          </a:prstGeom>
          <a:solidFill>
            <a:srgbClr val="FFFAF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いつでも解約OK・解約手数料なし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069848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留学エージェントとの違い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37744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051560"/>
            <a:ext cx="2926080" cy="32004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51560"/>
            <a:ext cx="3108960" cy="32004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比較項目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留学エージェント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097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フラットサポート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留学する人のみ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4173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旅行でも留学でもOK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642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料金体系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6642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パッケージ（高額）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6642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シンプルな月額制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11095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航空券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911095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割高なことが多い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911095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最安値を徹底追求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1579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家族利用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1579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追加料金あり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1579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追加料金なし（最大9名）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048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相談方法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4048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予約制の面談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4048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LINEでいつでも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51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解約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6517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違約金あり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651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いつでも無料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8986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お試し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898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なし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8986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初月500円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14553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コミュニティ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1455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</a:defRPr>
            </a:pPr>
            <a:r>
              <a:t>なし or 有料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14553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8BB78"/>
                </a:solidFill>
              </a:defRPr>
            </a:pPr>
            <a:r>
              <a:t>✓ 無料で2種類参加可能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86868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ご利用者様の声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56692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064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Y.T｜20代男性｜世界一周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「世界一周の航空券が合計16万円で取れました！大手だと50万円近くかかると言われていたので、正直信じられなかったです。」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73352"/>
            <a:ext cx="8412480" cy="56692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282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M.S｜20代女性｜ワーホリ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「航空券だけで6万円浮いて、その分を現地での生活費に回せました。パッケージを押し付けられないのが良かったです！」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95144"/>
            <a:ext cx="8412480" cy="56692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02C"/>
                </a:solidFill>
              </a:defRPr>
            </a:pPr>
            <a:r>
              <a:t>K.N｜30代男性｜家族旅行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69464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「家族4人でハワイに行きました。自分で調べた価格より8万円も安く。LINEで全部やってくれるのが助かりました！」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16936"/>
            <a:ext cx="8412480" cy="56692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S.H｜30代女性｜イギリス留学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91256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「大手だと33万円が11万円に。22万円も浮いて語学学校の期間を延ばせました。」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868680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代表紹介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D8936"/>
                </a:solidFill>
              </a:defRPr>
            </a:pPr>
            <a:r>
              <a:t>🌍 17カ国渡航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202C"/>
                </a:solidFill>
              </a:defRPr>
            </a:pPr>
            <a:r>
              <a:t>井上 智羅（トライ）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8096"/>
                </a:solidFill>
              </a:defRPr>
            </a:pPr>
            <a:r>
              <a:t>株式会社UNISIA 代表取締役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0972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2020年 専門学校卒業後、マルタ・NZ留学</a:t>
            </a:r>
            <a:br/>
            <a:r>
              <a:t>2021年 世界一周の旅 &amp; ノマドフリーランス</a:t>
            </a:r>
            <a:br/>
            <a:r>
              <a:t>2021年 株式会社ファーストビュー提携</a:t>
            </a:r>
            <a:br/>
            <a:r>
              <a:t>　　　  （ウェブスキ設立）</a:t>
            </a:r>
            <a:br/>
            <a:r>
              <a:t>2025年 株式会社Unisia設立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8412480" cy="12801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</a:defRPr>
            </a:pPr>
            <a:r>
              <a:t>留学エージェントに200万円損した経験があります。高額なパッケージを売りつけられ、後から「もっと安くできた」と知りました。</a:t>
            </a:r>
            <a:br/>
            <a:br/>
            <a:r>
              <a:t>「あの時の自分と同じ思いをしてほしくない。」だから、フラットサポートを作りました。航空券の取り方を変えるだけで、数万円〜数十万円変わる。その事実を、もっと多くの人に知ってほしい。あなたの海外挑戦を、全力でサポート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667512" cy="256032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65D"/>
                </a:solidFill>
              </a:defRPr>
            </a:pPr>
            <a:r>
              <a:t>よくある質問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56692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06424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202C"/>
                </a:solidFill>
              </a:defRPr>
            </a:pPr>
            <a:r>
              <a:t>Q. 本当に安くなりますか？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A. はい。最大34万円お得になった実績があります。スカイスキャナーやtrip.comより安い最安値を見つけます。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73352"/>
            <a:ext cx="8412480" cy="56692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28216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202C"/>
                </a:solidFill>
              </a:defRPr>
            </a:pPr>
            <a:r>
              <a:t>Q. 家族は何人まで使えますか？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A. 1契約につき最大9名様まで。ご家族全員分を追加料金なしで手配します。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95144"/>
            <a:ext cx="8412480" cy="56692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202C"/>
                </a:solidFill>
              </a:defRPr>
            </a:pPr>
            <a:r>
              <a:t>Q. 解約はいつでもできますか？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87752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A. はい。いつでも解約可能、手数料もかかりません。初月500円で合わなければそのまま解約できます。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16936"/>
            <a:ext cx="8412480" cy="566928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202C"/>
                </a:solidFill>
              </a:defRPr>
            </a:pPr>
            <a:r>
              <a:t>Q. 旅行だけでも使えますか？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9544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A. もちろん。留学だけでなく、海外旅行、ワーホリ、ビジネス出張など、あらゆる海外渡航に対応。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まずは初月500円で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お試しください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058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航空券1回の手配で、数万円〜数十万円の差が出ます。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280160"/>
            <a:ext cx="3291840" cy="8686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53312"/>
            <a:ext cx="3108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初月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81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6AD55"/>
                </a:solidFill>
              </a:defRPr>
            </a:pPr>
            <a:r>
              <a:t>500円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✓ 家族全員分OK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✓ LINEで相談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✓ いつでも解約可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✓ コミュニティ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5603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※ 翌月以降 8,800円/月 ・ 解約手数料なし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34640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【含まれるサポート】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航空券手配 / 海外保険案内 / 24時間LINE / 海外情勢配信 / 留学サポート / ビザ代行(プレミアム) / 英会話(プレミアム) / 就職サポート / コミュニティ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お問い合わせ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188720"/>
            <a:ext cx="5120640" cy="173736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13258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会社名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25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株式会社UNISIA（ユニシア）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276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代表取締役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2763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井上 智羅（いのうえ とらい）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293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所在地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293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福岡県福岡市博多区博多駅前1丁目23番2号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3113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サービスURL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3113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ltdunisia.memberpay.jp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328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公式LINE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3288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@unisia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200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"すべての人に、気軽な海外挑戦を"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